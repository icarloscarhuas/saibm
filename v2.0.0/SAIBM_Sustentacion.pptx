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B4D8"/>
                </a:solidFill>
              </a:defRPr>
            </a:pPr>
            <a:r>
              <a:t>SAIBM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Sistema de Administración e Inventario</a:t>
            </a:r>
            <a:br/>
            <a:r>
              <a:t>de Biblioteca Municipal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Informe Técnico-Académico de Contraste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Repositorio: iCarlosCarhuas/SAIBM  |  Rama: main  |  30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</a:defRPr>
            </a:pPr>
            <a:r>
              <a:t>Integrantes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Luís Alberto Arias Ledesma — i202403378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Luis Miguel Rosello Silvera — i202416653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Rosa Amelia Uribe Lopez — I202415764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Leonardo Fabricio Dorregaray Guevara — i201924621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Rodrigo Zenteno Gallardo — I202405406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Juan Adolfo Maguiña Zapata — i202415904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Flaber Huanca Vasquez — i202123521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Francisco Brayhan Sánchez García — I201820318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Johanna Daniela Ñingle Pérez — i202415805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Carlos Raul Carhuas Tenorio — i202412137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</a:defRPr>
            </a:pPr>
            <a:r>
              <a:t>Resumen Ejecutivo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SAIBM es un monolito Spring Boot + Thymeleaf + MySQL.</a:t>
            </a:r>
            <a:br/>
            <a:br/>
            <a:r>
              <a:t>El PDF describe microservicios, Angular, PostgreSQL, Docker y Kubernetes</a:t>
            </a:r>
            <a:br/>
            <a:r>
              <a:t>como si ya estuvieran implementados. Todo eso es TO-BE (propuesta futura).</a:t>
            </a:r>
            <a:br/>
            <a:br/>
            <a:r>
              <a:t>Lo que YA funciona: usuarios, roles, membresías, catálogo de libros,</a:t>
            </a:r>
            <a:br/>
            <a:r>
              <a:t>reservas con límite por membresía y reportes Jasper (sin ejecutar).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</a:defRPr>
            </a:pPr>
            <a:r>
              <a:t>Stack Tecnológico Verificado (AS-IS)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Runtime: Java 21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Framework: Spring Boot 3.5.3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Web/UI: Spring MVC + Thymeleaf + Layout Dialect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Persistencia: Spring Data JPA / Hibernate + MySQL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Informes: JasperReports 6.20.0 + iText 2.1.7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</a:defRPr>
            </a:pPr>
            <a:r>
              <a:t>Pruebas: spring-boot-starter-test (1 prueba de contexto)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545"/>
                </a:solidFill>
              </a:defRPr>
            </a:pPr>
            <a:r>
              <a:t>Lo que NO Existe en el Repositorio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Frontend Angular — ni package.json ni TypeScript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Spring Cloud Gateway — sin dependencias Spring Cloud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Microservicios — proyecto Maven monolítico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PostgreSQL — solo MySQL configurado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Kafka / RabbitMQ — sin eventos ni outbox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Spring Security / OAuth2 / JWT — usa sesión HTTP y hash propio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Docker / Kubernetes — sin Dockerfile ni Compose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CI/CD — sin GitHub Actions, Jenkins ni pipeline</a:t>
            </a:r>
          </a:p>
          <a:p>
            <a:pPr>
              <a:spcAft>
                <a:spcPts val="760"/>
              </a:spcAft>
              <a:defRPr sz="1800">
                <a:solidFill>
                  <a:srgbClr val="FFFFFF"/>
                </a:solidFill>
              </a:defRPr>
            </a:pPr>
            <a:r>
              <a:t>Préstamos, devoluciones, ejemplares, inventario, adquisiciones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Hallazgos Críticos de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Secretos y credenciales versionados (env.properties, application.properties)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Hash SHA-256 sin salt ni factor de trabajo — vulnerable a rainbow tables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SeguridadInterceptor solo redirige — no demuestra bloquear ejecución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CRUD de libros accesible por cualquier usuario autenticado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Reservas: eliminación por ID sin verificar propietario o rol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reCAPTCHA síncrono sin timeouts — riesgo de disponibilidad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Confirmación múltiple no atómica — persistencia parcial posible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</a:defRPr>
            </a:pPr>
            <a:r>
              <a:t>Matriz: PDF vs. Repositorio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Repositorio privado → CONTRADICHA (es público)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Monolito MVC → CONFIRMADA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Catálogo, usuarios, reservas → PARCIAL (básico)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Préstamos, devoluciones → NO EVIDENCIADA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Inventario, adquisiciones → NO EVIDENCIADA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Angular, microservicios → PROPUESTA FUTURA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PostgreSQL, eventos → PROPUESTA FUTURA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Docker, Kubernetes, CI/CD → NO EVIDENCIADA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Correcciones para el PDF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C-01: Cambiar "repositorio privado" → repositorio público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C-02: Reducir AS-IS al alcance implementado (7 entidades, 5 controladores)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C-03: PostgreSQL → MySQL como base configurada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C-04: MVP = sesión + usuarios + libros + reservas + reportes estáticos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C-05: Angular, gateway, servicios → etiquetar como TO-BE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C-06: Añadir brechas activas de autorización, CAPTCHA y atomicidad</a:t>
            </a:r>
          </a:p>
          <a:p>
            <a:pPr>
              <a:spcAft>
                <a:spcPts val="840"/>
              </a:spcAft>
              <a:defRPr sz="1800">
                <a:solidFill>
                  <a:srgbClr val="FFFFFF"/>
                </a:solidFill>
              </a:defRPr>
            </a:pPr>
            <a:r>
              <a:t>C-07: Pruebas = 1 prueba de contexto que falla por JDBC/JPA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</a:defRPr>
            </a:pPr>
            <a:r>
              <a:t>Plan TO-BE Recomendado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1. Retirar secretos del repositorio; usar variables de entorno</a:t>
            </a:r>
          </a:p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2. Reparar pruebas: perfil test con base aislada y DDL válido</a:t>
            </a:r>
          </a:p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3. Migrar SHA-256 → BCrypt/Argon2; centralizar hash</a:t>
            </a:r>
          </a:p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4. Aplicar Spring Security + autorización por rol/recurso</a:t>
            </a:r>
          </a:p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5. Modelar dominio completo: título, ejemplar, préstamo, devolución</a:t>
            </a:r>
          </a:p>
          <a:p>
            <a:pPr>
              <a:spcAft>
                <a:spcPts val="960"/>
              </a:spcAft>
              <a:defRPr sz="2000">
                <a:solidFill>
                  <a:srgbClr val="FFFFFF"/>
                </a:solidFill>
              </a:defRPr>
            </a:pPr>
            <a:r>
              <a:t>6. Añadir CI, health checks y métricas antes de microservicios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B4D8"/>
                </a:solidFill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El repositorio SAIBM demuestra un MVP funcional con Spring Boot MVC.</a:t>
            </a:r>
            <a:br/>
            <a:br/>
            <a:r>
              <a:t>Las arquitecturas distribuidas descritas en el PDF son un plan ambicioso</a:t>
            </a:r>
            <a:br/>
            <a:r>
              <a:t>y válido, pero deben presentarse claramente como TO-BE,</a:t>
            </a:r>
            <a:br/>
            <a:r>
              <a:t>no como evidencia de implementación actual.</a:t>
            </a:r>
            <a:br/>
            <a:br/>
            <a:r>
              <a:t>Corregir el informe académico con esta distinción</a:t>
            </a:r>
            <a:br/>
            <a:r>
              <a:t>fortalece la credibilidad del proyecto.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¡Gracias, muchachos! — Proyecto Integrador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